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e6e5ea94484b07" /><Relationship Type="http://schemas.openxmlformats.org/officeDocument/2006/relationships/extended-properties" Target="/docProps/app.xml" Id="R4428dcda70af4a18" /><Relationship Type="http://schemas.openxmlformats.org/officeDocument/2006/relationships/officeDocument" Target="/ppt/presentation.xml" Id="R44f77535776447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7aa74322144107"/>
  </p:sldMasterIdLst>
  <p:notesMasterIdLst>
    <p:notesMasterId xmlns:r="http://schemas.openxmlformats.org/officeDocument/2006/relationships" r:id="R0d4f7e27ec794342"/>
  </p:notesMasterIdLst>
  <p:sldIdLst>
    <p:sldId xmlns:r="http://schemas.openxmlformats.org/officeDocument/2006/relationships" id="256" r:id="R64ca1440fcd44c89"/>
    <p:sldId xmlns:r="http://schemas.openxmlformats.org/officeDocument/2006/relationships" id="257" r:id="R509bdb6a0d624eb6"/>
    <p:sldId xmlns:r="http://schemas.openxmlformats.org/officeDocument/2006/relationships" id="258" r:id="R6526990dd1634167"/>
    <p:sldId xmlns:r="http://schemas.openxmlformats.org/officeDocument/2006/relationships" id="259" r:id="R163526c193d74c58"/>
    <p:sldId xmlns:r="http://schemas.openxmlformats.org/officeDocument/2006/relationships" id="260" r:id="R5cdcad000fd0481f"/>
    <p:sldId xmlns:r="http://schemas.openxmlformats.org/officeDocument/2006/relationships" id="261" r:id="Rb5436b77873d43af"/>
    <p:sldId xmlns:r="http://schemas.openxmlformats.org/officeDocument/2006/relationships" id="262" r:id="Rd2ed5a73fc4141dc"/>
    <p:sldId xmlns:r="http://schemas.openxmlformats.org/officeDocument/2006/relationships" id="263" r:id="R96d112ae85c146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dba877ec224d49" /><Relationship Type="http://schemas.openxmlformats.org/officeDocument/2006/relationships/slideMaster" Target="/ppt/slideMasters/slideMaster1.xml" Id="R147aa74322144107" /><Relationship Type="http://schemas.openxmlformats.org/officeDocument/2006/relationships/notesMaster" Target="/ppt/notesMasters/notesMaster1.xml" Id="R0d4f7e27ec794342" /><Relationship Type="http://schemas.openxmlformats.org/officeDocument/2006/relationships/presProps" Target="/ppt/presProps.xml" Id="R7a038b478da64f5a" /><Relationship Type="http://schemas.openxmlformats.org/officeDocument/2006/relationships/tableStyles" Target="/ppt/tableStyles.xml" Id="R94f11f9fb3f74643" /><Relationship Type="http://schemas.openxmlformats.org/officeDocument/2006/relationships/slide" Target="/ppt/slides/slide1.xml" Id="R64ca1440fcd44c89" /><Relationship Type="http://schemas.openxmlformats.org/officeDocument/2006/relationships/slide" Target="/ppt/slides/slide2.xml" Id="R509bdb6a0d624eb6" /><Relationship Type="http://schemas.openxmlformats.org/officeDocument/2006/relationships/slide" Target="/ppt/slides/slide3.xml" Id="R6526990dd1634167" /><Relationship Type="http://schemas.openxmlformats.org/officeDocument/2006/relationships/slide" Target="/ppt/slides/slide4.xml" Id="R163526c193d74c58" /><Relationship Type="http://schemas.openxmlformats.org/officeDocument/2006/relationships/slide" Target="/ppt/slides/slide5.xml" Id="R5cdcad000fd0481f" /><Relationship Type="http://schemas.openxmlformats.org/officeDocument/2006/relationships/slide" Target="/ppt/slides/slide6.xml" Id="Rb5436b77873d43af" /><Relationship Type="http://schemas.openxmlformats.org/officeDocument/2006/relationships/slide" Target="/ppt/slides/slide7.xml" Id="Rd2ed5a73fc4141dc" /><Relationship Type="http://schemas.openxmlformats.org/officeDocument/2006/relationships/slide" Target="/ppt/slides/slide8.xml" Id="R96d112ae85c146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71157ebebc47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f14354ef2d4fd3" /><Relationship Type="http://schemas.openxmlformats.org/officeDocument/2006/relationships/notesMaster" Target="/ppt/notesMasters/notesMaster1.xml" Id="R44429c12d6a84d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6659b622b1413d" /><Relationship Type="http://schemas.openxmlformats.org/officeDocument/2006/relationships/notesMaster" Target="/ppt/notesMasters/notesMaster1.xml" Id="R9a66de4ea6ee48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f736d4957045c5" /><Relationship Type="http://schemas.openxmlformats.org/officeDocument/2006/relationships/notesMaster" Target="/ppt/notesMasters/notesMaster1.xml" Id="R57bdd52c3a3048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63167f69df463d" /><Relationship Type="http://schemas.openxmlformats.org/officeDocument/2006/relationships/notesMaster" Target="/ppt/notesMasters/notesMaster1.xml" Id="R16686148f1cb45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c6161232ca4240" /><Relationship Type="http://schemas.openxmlformats.org/officeDocument/2006/relationships/notesMaster" Target="/ppt/notesMasters/notesMaster1.xml" Id="R6cf32b449a3f42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f96087bba14043" /><Relationship Type="http://schemas.openxmlformats.org/officeDocument/2006/relationships/notesMaster" Target="/ppt/notesMasters/notesMaster1.xml" Id="R2512a2bdf9094c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a12504016c49a4" /><Relationship Type="http://schemas.openxmlformats.org/officeDocument/2006/relationships/notesMaster" Target="/ppt/notesMasters/notesMaster1.xml" Id="Ra996295124a145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6b69e270834fc0" /><Relationship Type="http://schemas.openxmlformats.org/officeDocument/2006/relationships/notesMaster" Target="/ppt/notesMasters/notesMaster1.xml" Id="R08d2f5d1bc6a41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9449ba5ec47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0abd422db42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b39f3aa1944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3e492dc6c44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40e88b1ad49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343ebf6754b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B6B524-43E6-46E9-84B0-C754C9E4D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6AFDBB-3065-46CC-AA69-3C0479769A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169C24-E780-4F40-A275-6F3054020A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009927-518A-4085-9699-3A5E464A0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686897-99B5-40CC-9ADD-09DF346B69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E513C9-CB58-44F2-93CF-5E9B432C80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A8581D-BC24-48CE-975F-1670733C53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0CF6E3-B7D3-4519-9994-83C208B646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2EE07B-42F0-4EF9-BC92-3CAC05D3E2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22E55A-498C-4FFA-915C-AB09CF72C8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3d2cf753e64cc1" /><Relationship Type="http://schemas.openxmlformats.org/officeDocument/2006/relationships/slideLayout" Target="/ppt/slideLayouts/slideLayout1.xml" Id="Rb2a78b9f9c3c4983" /><Relationship Type="http://schemas.openxmlformats.org/officeDocument/2006/relationships/slideLayout" Target="/ppt/slideLayouts/slideLayout2.xml" Id="R5dd78395704746ff" /><Relationship Type="http://schemas.openxmlformats.org/officeDocument/2006/relationships/slideLayout" Target="/ppt/slideLayouts/slideLayout3.xml" Id="R4193917a2c1f4d4c" /><Relationship Type="http://schemas.openxmlformats.org/officeDocument/2006/relationships/slideLayout" Target="/ppt/slideLayouts/slideLayout4.xml" Id="R149cd78000894839" /><Relationship Type="http://schemas.openxmlformats.org/officeDocument/2006/relationships/slideLayout" Target="/ppt/slideLayouts/slideLayout5.xml" Id="R61d12afebcdd4c05" /><Relationship Type="http://schemas.openxmlformats.org/officeDocument/2006/relationships/slideLayout" Target="/ppt/slideLayouts/slideLayout6.xml" Id="R50d8207cad414a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78b9f9c3c4983"/>
    <p:sldLayoutId xmlns:r="http://schemas.openxmlformats.org/officeDocument/2006/relationships" id="2147483650" r:id="R5dd78395704746ff"/>
    <p:sldLayoutId xmlns:r="http://schemas.openxmlformats.org/officeDocument/2006/relationships" id="2147483651" r:id="R4193917a2c1f4d4c"/>
    <p:sldLayoutId xmlns:r="http://schemas.openxmlformats.org/officeDocument/2006/relationships" id="2147483652" r:id="R149cd78000894839"/>
    <p:sldLayoutId xmlns:r="http://schemas.openxmlformats.org/officeDocument/2006/relationships" id="2147483653" r:id="R61d12afebcdd4c05"/>
    <p:sldLayoutId xmlns:r="http://schemas.openxmlformats.org/officeDocument/2006/relationships" id="2147483654" r:id="R50d8207cad414a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11d10c9b341ee" /><Relationship Type="http://schemas.openxmlformats.org/officeDocument/2006/relationships/image" Target="/ppt/media/image.png" Id="R164b4ce9aa0c4aa7" /><Relationship Type="http://schemas.openxmlformats.org/officeDocument/2006/relationships/notesSlide" Target="/ppt/notesSlides/notesSlide1.xml" Id="Ra70046b8455246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7c3e0dfc14589" /><Relationship Type="http://schemas.openxmlformats.org/officeDocument/2006/relationships/image" Target="/ppt/media/image2.png" Id="Raf79ec919264447f" /><Relationship Type="http://schemas.openxmlformats.org/officeDocument/2006/relationships/notesSlide" Target="/ppt/notesSlides/notesSlide2.xml" Id="R3440930aa25748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ff1718c6a4fb4" /><Relationship Type="http://schemas.openxmlformats.org/officeDocument/2006/relationships/image" Target="/ppt/media/image3.png" Id="R6bb01c4418374a4d" /><Relationship Type="http://schemas.openxmlformats.org/officeDocument/2006/relationships/notesSlide" Target="/ppt/notesSlides/notesSlide3.xml" Id="Re1c90278913c4f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a0661ca52450b" /><Relationship Type="http://schemas.openxmlformats.org/officeDocument/2006/relationships/image" Target="/ppt/media/image4.png" Id="Raf2bcb0264cf4e4b" /><Relationship Type="http://schemas.openxmlformats.org/officeDocument/2006/relationships/notesSlide" Target="/ppt/notesSlides/notesSlide4.xml" Id="Rcbec47d0c1894c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80e06f5b84ff2" /><Relationship Type="http://schemas.openxmlformats.org/officeDocument/2006/relationships/image" Target="/ppt/media/image5.png" Id="R2e2c252580cf414e" /><Relationship Type="http://schemas.openxmlformats.org/officeDocument/2006/relationships/notesSlide" Target="/ppt/notesSlides/notesSlide5.xml" Id="R3e434e90716f4a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d4196d3ca460f" /><Relationship Type="http://schemas.openxmlformats.org/officeDocument/2006/relationships/image" Target="/ppt/media/image6.png" Id="R970f75a7e8a8476e" /><Relationship Type="http://schemas.openxmlformats.org/officeDocument/2006/relationships/notesSlide" Target="/ppt/notesSlides/notesSlide6.xml" Id="R62705aeefffb43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f1fd4d98744a4" /><Relationship Type="http://schemas.openxmlformats.org/officeDocument/2006/relationships/image" Target="/ppt/media/image7.png" Id="Ra1f61118ad9d403c" /><Relationship Type="http://schemas.openxmlformats.org/officeDocument/2006/relationships/notesSlide" Target="/ppt/notesSlides/notesSlide7.xml" Id="R5a6b5f030f114e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a8d6dbcc240ba" /><Relationship Type="http://schemas.openxmlformats.org/officeDocument/2006/relationships/image" Target="/ppt/media/image8.png" Id="R63ba23791fd6490e" /><Relationship Type="http://schemas.openxmlformats.org/officeDocument/2006/relationships/notesSlide" Target="/ppt/notesSlides/notesSlide8.xml" Id="R5072b40319054e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D2051-42AD-4CD0-ADF8-14156619EA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b4ce9aa0c4aa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5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13C96-7BC4-4134-A0B9-1A421E02A8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9ec919264447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197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49B47-8297-4442-A1DE-952DDD7DAF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01c4418374a4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273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1EA92-96DB-44A5-9529-04AB07308F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bcb0264cf4e4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713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0C57B-1405-4FA0-9E47-1507DA2003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c252580cf414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525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A48BB-F7F9-44CD-9FA4-9B51ADA52F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f75a7e8a8476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657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63D53-7352-441C-B756-A410978AC3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61118ad9d403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129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7E195-2DB3-4998-BF6C-4214161165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a23791fd6490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88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2026-10-19T18:53:10.2040000Z</dcterms:created>
  <dcterms:modified xsi:type="dcterms:W3CDTF">2026-10-19T18:53:10.2040000Z</dcterms:modified>
</coreProperties>
</file>